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>
        <p:scale>
          <a:sx n="73" d="100"/>
          <a:sy n="73" d="100"/>
        </p:scale>
        <p:origin x="-1783" y="6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5035-8866-43E9-2D93-46871C18D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63A64-88C4-D3AA-35CC-D202AC14E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731C-A05F-D66E-E5C2-CA7350964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53FB-4A84-3F39-8377-B67C041F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939B3-8FF9-67CC-513A-54E080FA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2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2EAB-E78A-A928-B3AD-DA421BC49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92999-31FE-1A51-008B-21706EB12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61A55-E3E4-6B23-480B-EC36EC47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0B0E9-AC46-4BC7-5282-1CD5E2CB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DFD58-C689-8515-5BEE-5914AD28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638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3A59-2CFE-8F27-7CDF-EEA87421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7A896-38A4-D83A-AD4C-0BB582D36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3A461-E37D-4F7F-CA02-02E8C522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0E71-5341-42CE-E2AB-E32A1E3E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0F10-C1E3-7CC0-DB71-792BF70A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028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9F73-0ED5-A250-1B67-F0C92260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326B-A10C-D871-F537-F08744BCE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CFA3E-4A1E-3BD3-6E2C-A62B9CCE8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C049B-9DEB-9B1B-64D2-70822882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28BA1-1539-5039-B61E-2E0BDDF0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5F86D-71CC-A9D9-AF6A-930753C0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672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7654-BC61-A020-79D7-A86CEA8E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64242-B916-207A-CCA1-991F6C19B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ECD01-B758-2CED-3F72-761006C22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90602-6443-5A7B-EFD2-37D943829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EDFB2-00C9-EC2C-57AA-86F50D85F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90BAF-AFCB-ABE7-FFC9-EDACB3E9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D575B-EC17-1A96-97B6-BC1C81F1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81EC7-94BB-49A3-FC29-17CF2D5E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10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89FE-43BA-0E31-46E4-9707E6D3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52385-5514-1F57-5A94-177925F1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D09F1-027D-D91E-2FF0-7A6EED50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9207D-FD5A-741D-15DF-547DFBC1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28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47FAF-73D3-1CD3-CB83-C1794474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F8052-A83B-3557-D540-BF1F2959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57D1-7C1A-0A2F-0AAD-7CCF35E7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555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3266-D33A-BBC8-61ED-CF965878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C2ED-27DA-2450-7BF6-CC56BE14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919D2-3040-A2BA-B6B9-EC2340F38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F20EA-9D9E-9944-6E10-494246783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23FEA-AE24-F4C4-B31F-89B5A01A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55467-6C75-B1EA-B9C8-13025921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384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97F8-60D6-6BE7-1043-400BF173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FA65B-28B2-5C30-D047-7197D54B2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93456-83BD-190C-FEA6-03007696B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03E68-EA6A-CB24-B8E7-7942A032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DC44F-124C-EE95-EF93-B72054A7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72AB2-345C-3439-42BC-F636BDA3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51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DB17-71ED-57B5-3ABF-2871EC70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0A2C9-837F-549F-593F-CC58B80B8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57D7-B3BE-6C5A-DB6D-2012E0E1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AE3D2-1C86-22A9-D3F5-794DC07C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BFD6E-8AB8-F177-C06C-48FE38F2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559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CC632-32E9-2D2B-D4C3-236C4CDFB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A5E22-CA83-3155-7344-73924924E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6F92E-8AB7-817E-5528-F5309804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FC508-CFCB-913C-394C-30C10FA0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C338F-F545-E4FC-AC9F-9E231027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37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790CF-04F6-7A30-9F92-865DD98D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F13D-9A1A-6396-2372-3E98886D0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D511A-7274-F21E-939C-1A3EDDEC0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A48E3-F427-4DE8-9493-DCE650A32DA1}" type="datetimeFigureOut">
              <a:rPr lang="en-CA" smtClean="0"/>
              <a:t>2023-06-04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BD0F2-A16B-BAB8-0408-BE8E5C173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5818F-81A8-A825-23B2-F7DA17BB4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43D1-32A0-4FF3-BDAF-0CF33E466D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1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10CEE6-5445-FAF4-AC1C-CB4BCFF6082B}"/>
              </a:ext>
            </a:extLst>
          </p:cNvPr>
          <p:cNvCxnSpPr/>
          <p:nvPr/>
        </p:nvCxnSpPr>
        <p:spPr>
          <a:xfrm>
            <a:off x="851026" y="1747319"/>
            <a:ext cx="0" cy="43818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7D3435-0BBB-5BCF-409C-0EBBCAEEDED4}"/>
              </a:ext>
            </a:extLst>
          </p:cNvPr>
          <p:cNvCxnSpPr>
            <a:cxnSpLocks/>
          </p:cNvCxnSpPr>
          <p:nvPr/>
        </p:nvCxnSpPr>
        <p:spPr>
          <a:xfrm flipH="1">
            <a:off x="236899" y="5675014"/>
            <a:ext cx="45101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444897-5996-3950-D505-5D16038E7A57}"/>
              </a:ext>
            </a:extLst>
          </p:cNvPr>
          <p:cNvSpPr txBox="1"/>
          <p:nvPr/>
        </p:nvSpPr>
        <p:spPr>
          <a:xfrm rot="16200000">
            <a:off x="175680" y="2053332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EA5B3-9022-D861-AE98-DA5221104B53}"/>
              </a:ext>
            </a:extLst>
          </p:cNvPr>
          <p:cNvSpPr txBox="1"/>
          <p:nvPr/>
        </p:nvSpPr>
        <p:spPr>
          <a:xfrm>
            <a:off x="3977665" y="5604272"/>
            <a:ext cx="102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  <a:endParaRPr lang="en-CA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B00EE0-BF45-A52B-271B-E9696B9652C2}"/>
              </a:ext>
            </a:extLst>
          </p:cNvPr>
          <p:cNvCxnSpPr/>
          <p:nvPr/>
        </p:nvCxnSpPr>
        <p:spPr>
          <a:xfrm>
            <a:off x="851026" y="1747318"/>
            <a:ext cx="3896008" cy="392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B3E5F22-6211-6AE9-CC54-BD9A23D6578F}"/>
              </a:ext>
            </a:extLst>
          </p:cNvPr>
          <p:cNvSpPr/>
          <p:nvPr/>
        </p:nvSpPr>
        <p:spPr>
          <a:xfrm>
            <a:off x="851026" y="4327562"/>
            <a:ext cx="2562129" cy="1347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26A1E-0925-19DF-5D8E-AEBCB8C9B76F}"/>
              </a:ext>
            </a:extLst>
          </p:cNvPr>
          <p:cNvSpPr/>
          <p:nvPr/>
        </p:nvSpPr>
        <p:spPr>
          <a:xfrm>
            <a:off x="7561217" y="3949857"/>
            <a:ext cx="2099563" cy="4222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678DAA-ABD7-7BAE-20B2-0CDC4073C6D6}"/>
              </a:ext>
            </a:extLst>
          </p:cNvPr>
          <p:cNvSpPr/>
          <p:nvPr/>
        </p:nvSpPr>
        <p:spPr>
          <a:xfrm>
            <a:off x="7559538" y="3314092"/>
            <a:ext cx="1511089" cy="63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C981BD-699A-0C3E-5599-54FE50943295}"/>
              </a:ext>
            </a:extLst>
          </p:cNvPr>
          <p:cNvCxnSpPr/>
          <p:nvPr/>
        </p:nvCxnSpPr>
        <p:spPr>
          <a:xfrm>
            <a:off x="7559118" y="1792007"/>
            <a:ext cx="0" cy="43818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C1C51C-791B-97C3-8A99-56C79F09D23D}"/>
              </a:ext>
            </a:extLst>
          </p:cNvPr>
          <p:cNvCxnSpPr>
            <a:cxnSpLocks/>
          </p:cNvCxnSpPr>
          <p:nvPr/>
        </p:nvCxnSpPr>
        <p:spPr>
          <a:xfrm flipH="1">
            <a:off x="6944991" y="5719702"/>
            <a:ext cx="45101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8A3B73-F6E1-E44A-9318-193B44104423}"/>
              </a:ext>
            </a:extLst>
          </p:cNvPr>
          <p:cNvSpPr txBox="1"/>
          <p:nvPr/>
        </p:nvSpPr>
        <p:spPr>
          <a:xfrm rot="16200000">
            <a:off x="6883772" y="209802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FD71FC-FD1F-4559-9548-D2F391FE7DD2}"/>
              </a:ext>
            </a:extLst>
          </p:cNvPr>
          <p:cNvSpPr txBox="1"/>
          <p:nvPr/>
        </p:nvSpPr>
        <p:spPr>
          <a:xfrm>
            <a:off x="10685757" y="5648960"/>
            <a:ext cx="102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  <a:endParaRPr lang="en-CA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AC256F-6A45-549A-EE0B-041FE4FFF5F1}"/>
              </a:ext>
            </a:extLst>
          </p:cNvPr>
          <p:cNvCxnSpPr/>
          <p:nvPr/>
        </p:nvCxnSpPr>
        <p:spPr>
          <a:xfrm>
            <a:off x="7559118" y="1792006"/>
            <a:ext cx="3896008" cy="392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5DCABB3-C169-8FD8-E550-A959F39881B5}"/>
              </a:ext>
            </a:extLst>
          </p:cNvPr>
          <p:cNvSpPr/>
          <p:nvPr/>
        </p:nvSpPr>
        <p:spPr>
          <a:xfrm>
            <a:off x="7559118" y="4372250"/>
            <a:ext cx="2562129" cy="1347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BF49AF-E4D0-722C-53C6-EC28A2521E16}"/>
              </a:ext>
            </a:extLst>
          </p:cNvPr>
          <p:cNvCxnSpPr/>
          <p:nvPr/>
        </p:nvCxnSpPr>
        <p:spPr>
          <a:xfrm flipV="1">
            <a:off x="1674891" y="5314384"/>
            <a:ext cx="63374" cy="896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FC7FDA5-641C-B07D-9112-5C9EC6808B9D}"/>
              </a:ext>
            </a:extLst>
          </p:cNvPr>
          <p:cNvSpPr txBox="1"/>
          <p:nvPr/>
        </p:nvSpPr>
        <p:spPr>
          <a:xfrm>
            <a:off x="1336725" y="6144528"/>
            <a:ext cx="10245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Area= Revenues from sales</a:t>
            </a:r>
            <a:endParaRPr lang="en-CA" sz="1100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0655A2-2E4A-3870-4DD9-9C5908BDD71F}"/>
              </a:ext>
            </a:extLst>
          </p:cNvPr>
          <p:cNvSpPr txBox="1"/>
          <p:nvPr/>
        </p:nvSpPr>
        <p:spPr>
          <a:xfrm>
            <a:off x="2740185" y="2179967"/>
            <a:ext cx="1237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Lost sales due to deadweight loss</a:t>
            </a:r>
            <a:endParaRPr lang="en-CA" sz="1100" i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CC092B-FA0C-8E09-B050-49A1D947BF26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1534181" y="2395411"/>
            <a:ext cx="1206004" cy="1473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6E01F6-9C52-9FC1-38EC-078C484FBD64}"/>
              </a:ext>
            </a:extLst>
          </p:cNvPr>
          <p:cNvSpPr txBox="1"/>
          <p:nvPr/>
        </p:nvSpPr>
        <p:spPr>
          <a:xfrm>
            <a:off x="9854098" y="2328753"/>
            <a:ext cx="10245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Captured Sales for lower price</a:t>
            </a:r>
            <a:endParaRPr lang="en-CA" sz="1100" i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EB90A2-D180-F942-DBF6-57938DEEF409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8393545" y="2544197"/>
            <a:ext cx="1460553" cy="1107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8DCCA1-1C90-3BE0-9E8D-16B545B0E181}"/>
              </a:ext>
            </a:extLst>
          </p:cNvPr>
          <p:cNvCxnSpPr/>
          <p:nvPr/>
        </p:nvCxnSpPr>
        <p:spPr>
          <a:xfrm>
            <a:off x="5920966" y="606582"/>
            <a:ext cx="0" cy="59688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14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PI McGill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748B0"/>
      </a:accent1>
      <a:accent2>
        <a:srgbClr val="000000"/>
      </a:accent2>
      <a:accent3>
        <a:srgbClr val="ED1B2F"/>
      </a:accent3>
      <a:accent4>
        <a:srgbClr val="03989E"/>
      </a:accent4>
      <a:accent5>
        <a:srgbClr val="EF8089"/>
      </a:accent5>
      <a:accent6>
        <a:srgbClr val="FFBD59"/>
      </a:accent6>
      <a:hlink>
        <a:srgbClr val="1155CC"/>
      </a:hlink>
      <a:folHlink>
        <a:srgbClr val="1155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Emery Dittmer</dc:creator>
  <cp:lastModifiedBy>Emery Dittmer</cp:lastModifiedBy>
  <cp:revision>5</cp:revision>
  <dcterms:created xsi:type="dcterms:W3CDTF">2023-06-03T21:03:49Z</dcterms:created>
  <dcterms:modified xsi:type="dcterms:W3CDTF">2023-06-05T03:51:12Z</dcterms:modified>
</cp:coreProperties>
</file>